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4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FA8C6-3EC6-4EAF-90A5-BFCF40847913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3B431-058D-4C18-9F31-48F54A43EE4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FA8C6-3EC6-4EAF-90A5-BFCF40847913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3B431-058D-4C18-9F31-48F54A43EE4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FA8C6-3EC6-4EAF-90A5-BFCF40847913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3B431-058D-4C18-9F31-48F54A43EE4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FA8C6-3EC6-4EAF-90A5-BFCF40847913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3B431-058D-4C18-9F31-48F54A43EE4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FA8C6-3EC6-4EAF-90A5-BFCF40847913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3B431-058D-4C18-9F31-48F54A43EE4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FA8C6-3EC6-4EAF-90A5-BFCF40847913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3B431-058D-4C18-9F31-48F54A43EE4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FA8C6-3EC6-4EAF-90A5-BFCF40847913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3B431-058D-4C18-9F31-48F54A43EE4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FA8C6-3EC6-4EAF-90A5-BFCF40847913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3B431-058D-4C18-9F31-48F54A43EE4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FA8C6-3EC6-4EAF-90A5-BFCF40847913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3B431-058D-4C18-9F31-48F54A43EE4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FA8C6-3EC6-4EAF-90A5-BFCF40847913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3B431-058D-4C18-9F31-48F54A43EE4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FA8C6-3EC6-4EAF-90A5-BFCF40847913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3B431-058D-4C18-9F31-48F54A43EE4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9FA8C6-3EC6-4EAF-90A5-BFCF40847913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63B431-058D-4C18-9F31-48F54A43EE41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5" y="29335"/>
            <a:ext cx="6887635" cy="6828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410700" cy="768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85729"/>
            <a:ext cx="9144000" cy="6261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" y="0"/>
            <a:ext cx="9124950" cy="946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1782425" cy="827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Экран (4:3)</PresentationFormat>
  <Paragraphs>0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Слайд 1</vt:lpstr>
      <vt:lpstr>Слайд 2</vt:lpstr>
      <vt:lpstr>Слайд 3</vt:lpstr>
      <vt:lpstr>Слайд 4</vt:lpstr>
      <vt:lpstr>Слайд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Artem Antonov</dc:creator>
  <cp:lastModifiedBy>Artem Antonov</cp:lastModifiedBy>
  <cp:revision>2</cp:revision>
  <dcterms:created xsi:type="dcterms:W3CDTF">2023-03-07T10:07:34Z</dcterms:created>
  <dcterms:modified xsi:type="dcterms:W3CDTF">2023-03-07T10:18:14Z</dcterms:modified>
</cp:coreProperties>
</file>