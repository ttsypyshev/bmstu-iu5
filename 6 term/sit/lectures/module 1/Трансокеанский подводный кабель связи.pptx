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theme/themeOverride1.xml" ContentType="application/vnd.openxmlformats-officedocument.themeOverride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Default Extension="gif" ContentType="image/gif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7" r:id="rId3"/>
    <p:sldId id="258" r:id="rId4"/>
    <p:sldId id="265" r:id="rId5"/>
    <p:sldId id="259" r:id="rId6"/>
    <p:sldId id="261" r:id="rId7"/>
    <p:sldId id="264" r:id="rId8"/>
    <p:sldId id="260" r:id="rId9"/>
    <p:sldId id="262" r:id="rId10"/>
    <p:sldId id="263" r:id="rId11"/>
  </p:sldIdLst>
  <p:sldSz cx="9144000" cy="6858000" type="screen4x3"/>
  <p:notesSz cx="6858000" cy="9144000"/>
  <p:defaultTextStyle>
    <a:defPPr>
      <a:defRPr lang="ru-RU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Franklin Gothic Book" pitchFamily="34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Franklin Gothic Book" pitchFamily="34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Franklin Gothic Book" pitchFamily="34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Franklin Gothic Book" pitchFamily="34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Franklin Gothic Book" pitchFamily="34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Franklin Gothic Book" pitchFamily="34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Franklin Gothic Book" pitchFamily="34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Franklin Gothic Book" pitchFamily="34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Franklin Gothic Book" pitchFamily="34" charset="0"/>
        <a:ea typeface="+mn-ea"/>
        <a:cs typeface="Arial" charset="0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588" autoAdjust="0"/>
    <p:restoredTop sz="94671" autoAdjust="0"/>
  </p:normalViewPr>
  <p:slideViewPr>
    <p:cSldViewPr>
      <p:cViewPr varScale="1">
        <p:scale>
          <a:sx n="70" d="100"/>
          <a:sy n="70" d="100"/>
        </p:scale>
        <p:origin x="-1386" y="-10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ая соединительная линия 3"/>
          <p:cNvSpPr>
            <a:spLocks noChangeShapeType="1"/>
          </p:cNvSpPr>
          <p:nvPr/>
        </p:nvSpPr>
        <p:spPr bwMode="auto">
          <a:xfrm>
            <a:off x="514350" y="5349902"/>
            <a:ext cx="8629650" cy="2381"/>
          </a:xfrm>
          <a:prstGeom prst="line">
            <a:avLst/>
          </a:prstGeom>
          <a:noFill/>
          <a:ln w="9525" cap="flat" cmpd="sng" algn="ctr"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17000">
                  <a:schemeClr val="accent1"/>
                </a:gs>
                <a:gs pos="100000">
                  <a:schemeClr val="accent1"/>
                </a:gs>
              </a:gsLst>
              <a:lin ang="0" scaled="1"/>
              <a:tileRect/>
            </a:gra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  <a:cs typeface="+mn-cs"/>
            </a:endParaRPr>
          </a:p>
        </p:txBody>
      </p:sp>
      <p:sp>
        <p:nvSpPr>
          <p:cNvPr id="29" name="Заголовок 28"/>
          <p:cNvSpPr>
            <a:spLocks noGrp="1"/>
          </p:cNvSpPr>
          <p:nvPr>
            <p:ph type="ctrTitle"/>
          </p:nvPr>
        </p:nvSpPr>
        <p:spPr>
          <a:xfrm>
            <a:off x="381000" y="4853411"/>
            <a:ext cx="8458200" cy="1222375"/>
          </a:xfrm>
        </p:spPr>
        <p:txBody>
          <a:bodyPr anchor="t"/>
          <a:lstStyle/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9" name="Подзаголовок 8"/>
          <p:cNvSpPr>
            <a:spLocks noGrp="1"/>
          </p:cNvSpPr>
          <p:nvPr>
            <p:ph type="subTitle" idx="1"/>
          </p:nvPr>
        </p:nvSpPr>
        <p:spPr>
          <a:xfrm>
            <a:off x="381000" y="3886200"/>
            <a:ext cx="8458200" cy="914400"/>
          </a:xfrm>
        </p:spPr>
        <p:txBody>
          <a:bodyPr anchor="b"/>
          <a:lstStyle>
            <a:lvl1pPr marL="0" indent="0" algn="l">
              <a:buNone/>
              <a:defRPr sz="2400">
                <a:solidFill>
                  <a:schemeClr val="tx2">
                    <a:shade val="75000"/>
                  </a:schemeClr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ru-RU" smtClean="0"/>
              <a:t>Образец подзаголовка</a:t>
            </a:r>
            <a:endParaRPr lang="en-US"/>
          </a:p>
        </p:txBody>
      </p:sp>
      <p:sp>
        <p:nvSpPr>
          <p:cNvPr id="5" name="Дата 15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79A4526-5688-4862-9708-95BED053E147}" type="datetimeFigureOut">
              <a:rPr lang="ru-RU"/>
              <a:pPr>
                <a:defRPr/>
              </a:pPr>
              <a:t>21.02.2023</a:t>
            </a:fld>
            <a:endParaRPr lang="ru-RU"/>
          </a:p>
        </p:txBody>
      </p:sp>
      <p:sp>
        <p:nvSpPr>
          <p:cNvPr id="6" name="Нижний колонтитул 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Номер слайда 14"/>
          <p:cNvSpPr>
            <a:spLocks noGrp="1"/>
          </p:cNvSpPr>
          <p:nvPr>
            <p:ph type="sldNum" sz="quarter" idx="12"/>
          </p:nvPr>
        </p:nvSpPr>
        <p:spPr>
          <a:xfrm>
            <a:off x="8229600" y="6473825"/>
            <a:ext cx="758825" cy="24765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014DA08-29F3-41D4-A863-F75A3B2009E4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13383488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Заголовок 2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27" name="Объект 2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/>
          </a:p>
        </p:txBody>
      </p:sp>
      <p:sp>
        <p:nvSpPr>
          <p:cNvPr id="4" name="Дата 2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CC87312-ECB4-4AD5-B82E-2005313A41D3}" type="datetimeFigureOut">
              <a:rPr lang="ru-RU"/>
              <a:pPr>
                <a:defRPr/>
              </a:pPr>
              <a:t>21.02.2023</a:t>
            </a:fld>
            <a:endParaRPr lang="ru-RU"/>
          </a:p>
        </p:txBody>
      </p:sp>
      <p:sp>
        <p:nvSpPr>
          <p:cNvPr id="5" name="Нижний колонтитул 18"/>
          <p:cNvSpPr>
            <a:spLocks noGrp="1"/>
          </p:cNvSpPr>
          <p:nvPr>
            <p:ph type="ftr" sz="quarter" idx="11"/>
          </p:nvPr>
        </p:nvSpPr>
        <p:spPr>
          <a:xfrm>
            <a:off x="3581400" y="76200"/>
            <a:ext cx="2895600" cy="2889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Номер слайда 15"/>
          <p:cNvSpPr>
            <a:spLocks noGrp="1"/>
          </p:cNvSpPr>
          <p:nvPr>
            <p:ph type="sldNum" sz="quarter" idx="12"/>
          </p:nvPr>
        </p:nvSpPr>
        <p:spPr>
          <a:xfrm>
            <a:off x="8229600" y="6473825"/>
            <a:ext cx="758825" cy="24765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64DB9AC-C793-4F34-94E3-597E7432AD28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1802063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ая соединительная линия 3"/>
          <p:cNvSpPr>
            <a:spLocks noChangeShapeType="1"/>
          </p:cNvSpPr>
          <p:nvPr/>
        </p:nvSpPr>
        <p:spPr bwMode="auto">
          <a:xfrm>
            <a:off x="514350" y="3444902"/>
            <a:ext cx="8629650" cy="2381"/>
          </a:xfrm>
          <a:prstGeom prst="line">
            <a:avLst/>
          </a:prstGeom>
          <a:noFill/>
          <a:ln w="9525" cap="flat" cmpd="sng" algn="ctr"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17000">
                  <a:schemeClr val="accent1"/>
                </a:gs>
                <a:gs pos="100000">
                  <a:schemeClr val="accent1"/>
                </a:gs>
              </a:gsLst>
              <a:lin ang="0" scaled="1"/>
              <a:tileRect/>
            </a:gra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  <a:cs typeface="+mn-cs"/>
            </a:endParaRPr>
          </a:p>
        </p:txBody>
      </p:sp>
      <p:sp>
        <p:nvSpPr>
          <p:cNvPr id="6" name="Текст 5"/>
          <p:cNvSpPr>
            <a:spLocks noGrp="1"/>
          </p:cNvSpPr>
          <p:nvPr>
            <p:ph type="body" idx="1"/>
          </p:nvPr>
        </p:nvSpPr>
        <p:spPr>
          <a:xfrm>
            <a:off x="381000" y="1676400"/>
            <a:ext cx="8458200" cy="1219200"/>
          </a:xfrm>
        </p:spPr>
        <p:txBody>
          <a:bodyPr anchor="b"/>
          <a:lstStyle>
            <a:lvl1pPr marL="0" indent="0" algn="r">
              <a:buNone/>
              <a:defRPr sz="2000">
                <a:solidFill>
                  <a:schemeClr val="tx2">
                    <a:shade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8" name="Заголовок 7"/>
          <p:cNvSpPr>
            <a:spLocks noGrp="1"/>
          </p:cNvSpPr>
          <p:nvPr>
            <p:ph type="title"/>
          </p:nvPr>
        </p:nvSpPr>
        <p:spPr>
          <a:xfrm>
            <a:off x="180475" y="2947085"/>
            <a:ext cx="8686800" cy="1184825"/>
          </a:xfrm>
        </p:spPr>
        <p:txBody>
          <a:bodyPr rtlCol="0" anchor="t"/>
          <a:lstStyle>
            <a:lvl1pPr algn="r">
              <a:defRPr/>
            </a:lvl1pPr>
          </a:lstStyle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5" name="Дата 18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484C305-96AC-4205-A5ED-B90A909E9F67}" type="datetimeFigureOut">
              <a:rPr lang="ru-RU"/>
              <a:pPr>
                <a:defRPr/>
              </a:pPr>
              <a:t>21.02.2023</a:t>
            </a:fld>
            <a:endParaRPr lang="ru-RU"/>
          </a:p>
        </p:txBody>
      </p:sp>
      <p:sp>
        <p:nvSpPr>
          <p:cNvPr id="7" name="Нижний колонтитул 10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9" name="Номер слайда 1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41BC64F-C871-45E5-A1A6-21A74F59C9A0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120393655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Заголовок 19"/>
          <p:cNvSpPr>
            <a:spLocks noGrp="1"/>
          </p:cNvSpPr>
          <p:nvPr>
            <p:ph type="title"/>
          </p:nvPr>
        </p:nvSpPr>
        <p:spPr>
          <a:xfrm>
            <a:off x="301752" y="457200"/>
            <a:ext cx="8686800" cy="841248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14" name="Объект 13"/>
          <p:cNvSpPr>
            <a:spLocks noGrp="1"/>
          </p:cNvSpPr>
          <p:nvPr>
            <p:ph sz="half" idx="1"/>
          </p:nvPr>
        </p:nvSpPr>
        <p:spPr>
          <a:xfrm>
            <a:off x="304800" y="1600200"/>
            <a:ext cx="4191000" cy="4724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/>
          </a:p>
        </p:txBody>
      </p:sp>
      <p:sp>
        <p:nvSpPr>
          <p:cNvPr id="13" name="Объект 12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343400" cy="4724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/>
          </a:p>
        </p:txBody>
      </p:sp>
      <p:sp>
        <p:nvSpPr>
          <p:cNvPr id="5" name="Дата 10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3638DDB-5470-4500-BBA8-451A7D1F5E1D}" type="datetimeFigureOut">
              <a:rPr lang="ru-RU"/>
              <a:pPr>
                <a:defRPr/>
              </a:pPr>
              <a:t>21.02.2023</a:t>
            </a:fld>
            <a:endParaRPr lang="ru-RU"/>
          </a:p>
        </p:txBody>
      </p:sp>
      <p:sp>
        <p:nvSpPr>
          <p:cNvPr id="6" name="Нижний колонтитул 2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EA3FC5D-23DF-4632-913D-12DE3A96F156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1334998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ая соединительная линия 6"/>
          <p:cNvSpPr>
            <a:spLocks noChangeShapeType="1"/>
          </p:cNvSpPr>
          <p:nvPr/>
        </p:nvSpPr>
        <p:spPr bwMode="auto">
          <a:xfrm>
            <a:off x="514350" y="6019800"/>
            <a:ext cx="8629650" cy="2381"/>
          </a:xfrm>
          <a:prstGeom prst="line">
            <a:avLst/>
          </a:prstGeom>
          <a:noFill/>
          <a:ln w="9525" cap="flat" cmpd="sng" algn="ctr"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17000">
                  <a:schemeClr val="accent1"/>
                </a:gs>
                <a:gs pos="100000">
                  <a:schemeClr val="accent1"/>
                </a:gs>
              </a:gsLst>
              <a:lin ang="0" scaled="1"/>
              <a:tileRect/>
            </a:gra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  <a:cs typeface="+mn-cs"/>
            </a:endParaRPr>
          </a:p>
        </p:txBody>
      </p:sp>
      <p:sp>
        <p:nvSpPr>
          <p:cNvPr id="29" name="Заголовок 28"/>
          <p:cNvSpPr>
            <a:spLocks noGrp="1"/>
          </p:cNvSpPr>
          <p:nvPr>
            <p:ph type="title"/>
          </p:nvPr>
        </p:nvSpPr>
        <p:spPr>
          <a:xfrm>
            <a:off x="304800" y="5410200"/>
            <a:ext cx="8610600" cy="882650"/>
          </a:xfrm>
        </p:spPr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13" name="Текст 12"/>
          <p:cNvSpPr>
            <a:spLocks noGrp="1"/>
          </p:cNvSpPr>
          <p:nvPr>
            <p:ph type="body" idx="1"/>
          </p:nvPr>
        </p:nvSpPr>
        <p:spPr>
          <a:xfrm>
            <a:off x="281444" y="666750"/>
            <a:ext cx="4290556" cy="639762"/>
          </a:xfrm>
        </p:spPr>
        <p:txBody>
          <a:bodyPr anchor="ctr"/>
          <a:lstStyle>
            <a:lvl1pPr marL="0" indent="0">
              <a:buNone/>
              <a:defRPr sz="1800" b="0" cap="all" baseline="0">
                <a:solidFill>
                  <a:schemeClr val="accent1">
                    <a:shade val="50000"/>
                  </a:schemeClr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25" name="Текст 24"/>
          <p:cNvSpPr>
            <a:spLocks noGrp="1"/>
          </p:cNvSpPr>
          <p:nvPr>
            <p:ph type="body" sz="half" idx="3"/>
          </p:nvPr>
        </p:nvSpPr>
        <p:spPr>
          <a:xfrm>
            <a:off x="4645025" y="666750"/>
            <a:ext cx="4292241" cy="639762"/>
          </a:xfrm>
        </p:spPr>
        <p:txBody>
          <a:bodyPr anchor="ctr"/>
          <a:lstStyle>
            <a:lvl1pPr marL="0" indent="0">
              <a:buNone/>
              <a:defRPr sz="1800" b="0" cap="all" baseline="0">
                <a:solidFill>
                  <a:schemeClr val="accent1">
                    <a:shade val="50000"/>
                  </a:schemeClr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quarter" idx="2"/>
          </p:nvPr>
        </p:nvSpPr>
        <p:spPr>
          <a:xfrm>
            <a:off x="281444" y="1316037"/>
            <a:ext cx="4290556" cy="39417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/>
          </a:p>
        </p:txBody>
      </p:sp>
      <p:sp>
        <p:nvSpPr>
          <p:cNvPr id="28" name="Объект 27"/>
          <p:cNvSpPr>
            <a:spLocks noGrp="1"/>
          </p:cNvSpPr>
          <p:nvPr>
            <p:ph sz="quarter" idx="4"/>
          </p:nvPr>
        </p:nvSpPr>
        <p:spPr>
          <a:xfrm>
            <a:off x="4648730" y="1316037"/>
            <a:ext cx="4288536" cy="39417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/>
          </a:p>
        </p:txBody>
      </p:sp>
      <p:sp>
        <p:nvSpPr>
          <p:cNvPr id="8" name="Дата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A3BB14A-2F3A-4B87-A834-3FE90B6FCA8E}" type="datetimeFigureOut">
              <a:rPr lang="ru-RU"/>
              <a:pPr>
                <a:defRPr/>
              </a:pPr>
              <a:t>21.02.2023</a:t>
            </a:fld>
            <a:endParaRPr lang="ru-RU"/>
          </a:p>
        </p:txBody>
      </p:sp>
      <p:sp>
        <p:nvSpPr>
          <p:cNvPr id="9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0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8229600" y="6477000"/>
            <a:ext cx="762000" cy="24765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0A3571B-CBC8-4839-A453-634FDE7D0941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36246961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Заголовок 29"/>
          <p:cNvSpPr>
            <a:spLocks noGrp="1"/>
          </p:cNvSpPr>
          <p:nvPr>
            <p:ph type="title"/>
          </p:nvPr>
        </p:nvSpPr>
        <p:spPr>
          <a:xfrm>
            <a:off x="301752" y="457200"/>
            <a:ext cx="8686800" cy="841248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3" name="Дата 10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D16B8E1-24AB-4961-8773-19890F8CF729}" type="datetimeFigureOut">
              <a:rPr lang="ru-RU"/>
              <a:pPr>
                <a:defRPr/>
              </a:pPr>
              <a:t>21.02.2023</a:t>
            </a:fld>
            <a:endParaRPr lang="ru-RU"/>
          </a:p>
        </p:txBody>
      </p:sp>
      <p:sp>
        <p:nvSpPr>
          <p:cNvPr id="4" name="Нижний колонтитул 2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5897292-CAA0-4F2D-AB81-7EFC9E6BA314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31351159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0A2732E-EA89-4E41-96D7-39813BB90E1B}" type="datetimeFigureOut">
              <a:rPr lang="ru-RU"/>
              <a:pPr>
                <a:defRPr/>
              </a:pPr>
              <a:t>21.02.2023</a:t>
            </a:fld>
            <a:endParaRPr lang="ru-RU"/>
          </a:p>
        </p:txBody>
      </p:sp>
      <p:sp>
        <p:nvSpPr>
          <p:cNvPr id="3" name="Нижний колонтитул 2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4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2D6D9E1-11D3-43D5-A5A3-B3CE8322A2C9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12706470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ая соединительная линия 4"/>
          <p:cNvSpPr>
            <a:spLocks noChangeShapeType="1"/>
          </p:cNvSpPr>
          <p:nvPr/>
        </p:nvSpPr>
        <p:spPr bwMode="auto">
          <a:xfrm>
            <a:off x="514350" y="5849117"/>
            <a:ext cx="8629650" cy="2381"/>
          </a:xfrm>
          <a:prstGeom prst="line">
            <a:avLst/>
          </a:prstGeom>
          <a:noFill/>
          <a:ln w="9525" cap="flat" cmpd="sng" algn="ctr"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17000">
                  <a:schemeClr val="accent1"/>
                </a:gs>
                <a:gs pos="100000">
                  <a:schemeClr val="accent1"/>
                </a:gs>
              </a:gsLst>
              <a:lin ang="0" scaled="1"/>
              <a:tileRect/>
            </a:gra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  <a:cs typeface="+mn-cs"/>
            </a:endParaRPr>
          </a:p>
        </p:txBody>
      </p:sp>
      <p:sp>
        <p:nvSpPr>
          <p:cNvPr id="12" name="Заголовок 11"/>
          <p:cNvSpPr>
            <a:spLocks noGrp="1"/>
          </p:cNvSpPr>
          <p:nvPr>
            <p:ph type="title"/>
          </p:nvPr>
        </p:nvSpPr>
        <p:spPr>
          <a:xfrm>
            <a:off x="457200" y="5486400"/>
            <a:ext cx="8458200" cy="520700"/>
          </a:xfrm>
        </p:spPr>
        <p:txBody>
          <a:bodyPr/>
          <a:lstStyle>
            <a:lvl1pPr algn="l">
              <a:buNone/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26" name="Текст 25"/>
          <p:cNvSpPr>
            <a:spLocks noGrp="1"/>
          </p:cNvSpPr>
          <p:nvPr>
            <p:ph type="body" idx="2"/>
          </p:nvPr>
        </p:nvSpPr>
        <p:spPr>
          <a:xfrm>
            <a:off x="457200" y="609600"/>
            <a:ext cx="3008313" cy="4800600"/>
          </a:xfrm>
        </p:spPr>
        <p:txBody>
          <a:bodyPr/>
          <a:lstStyle>
            <a:lvl1pPr marL="0" indent="0"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14" name="Объект 13"/>
          <p:cNvSpPr>
            <a:spLocks noGrp="1"/>
          </p:cNvSpPr>
          <p:nvPr>
            <p:ph sz="half" idx="1"/>
          </p:nvPr>
        </p:nvSpPr>
        <p:spPr>
          <a:xfrm>
            <a:off x="3575050" y="609600"/>
            <a:ext cx="5340350" cy="48006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/>
          </a:p>
        </p:txBody>
      </p:sp>
      <p:sp>
        <p:nvSpPr>
          <p:cNvPr id="6" name="Дата 2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D57D20E-73DC-4367-9105-EC43621A7534}" type="datetimeFigureOut">
              <a:rPr lang="ru-RU"/>
              <a:pPr>
                <a:defRPr/>
              </a:pPr>
              <a:t>21.02.2023</a:t>
            </a:fld>
            <a:endParaRPr lang="ru-RU"/>
          </a:p>
        </p:txBody>
      </p:sp>
      <p:sp>
        <p:nvSpPr>
          <p:cNvPr id="7" name="Нижний колонтитул 2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8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F660B5D-2D09-4171-840D-3DD7BCB1446A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25405135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Рисунок 12"/>
          <p:cNvSpPr>
            <a:spLocks noGrp="1"/>
          </p:cNvSpPr>
          <p:nvPr>
            <p:ph type="pic" idx="1"/>
          </p:nvPr>
        </p:nvSpPr>
        <p:spPr>
          <a:xfrm>
            <a:off x="3505200" y="616634"/>
            <a:ext cx="5029200" cy="3657600"/>
          </a:xfrm>
          <a:solidFill>
            <a:schemeClr val="bg1"/>
          </a:solidFill>
          <a:ln w="6350">
            <a:solidFill>
              <a:schemeClr val="accent1"/>
            </a:solidFill>
          </a:ln>
          <a:effectLst>
            <a:reflection blurRad="1000" stA="49000" endA="500" endPos="10000" dist="900" dir="5400000" sy="-90000" algn="bl" rotWithShape="0"/>
          </a:effectLst>
        </p:spPr>
        <p:txBody>
          <a:bodyPr>
            <a:normAutofit/>
          </a:bodyPr>
          <a:lstStyle>
            <a:lvl1pPr marL="0" indent="0">
              <a:buNone/>
              <a:defRPr sz="3200"/>
            </a:lvl1pPr>
          </a:lstStyle>
          <a:p>
            <a:pPr lvl="0"/>
            <a:r>
              <a:rPr lang="ru-RU" noProof="0" smtClean="0"/>
              <a:t>Вставка рисунка</a:t>
            </a:r>
            <a:endParaRPr lang="en-US" noProof="0" dirty="0"/>
          </a:p>
        </p:txBody>
      </p:sp>
      <p:sp>
        <p:nvSpPr>
          <p:cNvPr id="17" name="Заголовок 16"/>
          <p:cNvSpPr>
            <a:spLocks noGrp="1"/>
          </p:cNvSpPr>
          <p:nvPr>
            <p:ph type="title"/>
          </p:nvPr>
        </p:nvSpPr>
        <p:spPr>
          <a:xfrm>
            <a:off x="381000" y="4993760"/>
            <a:ext cx="5867400" cy="522288"/>
          </a:xfrm>
        </p:spPr>
        <p:txBody>
          <a:bodyPr/>
          <a:lstStyle>
            <a:lvl1pPr algn="l">
              <a:buNone/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26" name="Текст 25"/>
          <p:cNvSpPr>
            <a:spLocks noGrp="1"/>
          </p:cNvSpPr>
          <p:nvPr>
            <p:ph type="body" sz="half" idx="2"/>
          </p:nvPr>
        </p:nvSpPr>
        <p:spPr>
          <a:xfrm>
            <a:off x="381000" y="5533218"/>
            <a:ext cx="5867400" cy="768350"/>
          </a:xfrm>
        </p:spPr>
        <p:txBody>
          <a:bodyPr lIns="109728" tIns="0"/>
          <a:lstStyle>
            <a:lvl1pPr marL="0" indent="0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55F505E-C1A8-403F-8E43-C493A8831DD7}" type="datetimeFigureOut">
              <a:rPr lang="ru-RU"/>
              <a:pPr>
                <a:defRPr/>
              </a:pPr>
              <a:t>21.02.2023</a:t>
            </a:fld>
            <a:endParaRPr lang="ru-RU"/>
          </a:p>
        </p:txBody>
      </p:sp>
      <p:sp>
        <p:nvSpPr>
          <p:cNvPr id="6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Номер слайда 3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7B5BB6F-F284-4B35-AACB-8CBE91873DCD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34897444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/>
          </a:p>
        </p:txBody>
      </p:sp>
      <p:sp>
        <p:nvSpPr>
          <p:cNvPr id="4" name="Дата 10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AAB4427-86DE-426B-B0B2-D524D84244C5}" type="datetimeFigureOut">
              <a:rPr lang="ru-RU"/>
              <a:pPr>
                <a:defRPr/>
              </a:pPr>
              <a:t>21.02.2023</a:t>
            </a:fld>
            <a:endParaRPr lang="ru-RU"/>
          </a:p>
        </p:txBody>
      </p:sp>
      <p:sp>
        <p:nvSpPr>
          <p:cNvPr id="5" name="Нижний колонтитул 2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CFF7F3F-2B96-4E5C-B386-58A2B54C6245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33186051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858000" y="549276"/>
            <a:ext cx="18288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549276"/>
            <a:ext cx="62484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1396607-2E8F-4406-A67B-0FE73C588B44}" type="datetimeFigureOut">
              <a:rPr lang="ru-RU"/>
              <a:pPr>
                <a:defRPr/>
              </a:pPr>
              <a:t>21.02.2023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A982788-9FD4-48A3-9023-8BC1E3E6D45B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14840973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ая соединительная линия 6"/>
          <p:cNvSpPr>
            <a:spLocks noChangeShapeType="1"/>
          </p:cNvSpPr>
          <p:nvPr/>
        </p:nvSpPr>
        <p:spPr bwMode="auto">
          <a:xfrm>
            <a:off x="514350" y="1050898"/>
            <a:ext cx="8629650" cy="2381"/>
          </a:xfrm>
          <a:prstGeom prst="line">
            <a:avLst/>
          </a:prstGeom>
          <a:noFill/>
          <a:ln w="9525" cap="flat" cmpd="sng" algn="ctr"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17000">
                  <a:schemeClr val="accent1"/>
                </a:gs>
                <a:gs pos="100000">
                  <a:schemeClr val="accent1"/>
                </a:gs>
              </a:gsLst>
              <a:lin ang="0" scaled="1"/>
              <a:tileRect/>
            </a:gra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  <a:cs typeface="+mn-cs"/>
            </a:endParaRPr>
          </a:p>
        </p:txBody>
      </p:sp>
      <p:sp>
        <p:nvSpPr>
          <p:cNvPr id="1029" name="Текст 7"/>
          <p:cNvSpPr>
            <a:spLocks noGrp="1"/>
          </p:cNvSpPr>
          <p:nvPr>
            <p:ph type="body" idx="1"/>
          </p:nvPr>
        </p:nvSpPr>
        <p:spPr bwMode="auto">
          <a:xfrm>
            <a:off x="304800" y="1554163"/>
            <a:ext cx="8686800" cy="4525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smtClean="0"/>
          </a:p>
        </p:txBody>
      </p:sp>
      <p:sp>
        <p:nvSpPr>
          <p:cNvPr id="11" name="Дата 10"/>
          <p:cNvSpPr>
            <a:spLocks noGrp="1"/>
          </p:cNvSpPr>
          <p:nvPr>
            <p:ph type="dt" sz="half" idx="2"/>
          </p:nvPr>
        </p:nvSpPr>
        <p:spPr>
          <a:xfrm>
            <a:off x="6477000" y="76200"/>
            <a:ext cx="2514600" cy="288925"/>
          </a:xfrm>
          <a:prstGeom prst="rect">
            <a:avLst/>
          </a:prstGeom>
        </p:spPr>
        <p:txBody>
          <a:bodyPr vert="horz"/>
          <a:lstStyle>
            <a:lvl1pPr algn="l" eaLnBrk="1" fontAlgn="auto" latinLnBrk="0" hangingPunct="1">
              <a:spcBef>
                <a:spcPts val="0"/>
              </a:spcBef>
              <a:spcAft>
                <a:spcPts val="0"/>
              </a:spcAft>
              <a:defRPr kumimoji="0" sz="1200" smtClean="0">
                <a:solidFill>
                  <a:schemeClr val="accent1">
                    <a:shade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3C62BFE4-BA2F-411E-AA29-41A20FC3BDEC}" type="datetimeFigureOut">
              <a:rPr lang="ru-RU"/>
              <a:pPr>
                <a:defRPr/>
              </a:pPr>
              <a:t>21.02.2023</a:t>
            </a:fld>
            <a:endParaRPr lang="ru-RU"/>
          </a:p>
        </p:txBody>
      </p:sp>
      <p:sp>
        <p:nvSpPr>
          <p:cNvPr id="28" name="Нижний колонтитул 27"/>
          <p:cNvSpPr>
            <a:spLocks noGrp="1"/>
          </p:cNvSpPr>
          <p:nvPr>
            <p:ph type="ftr" sz="quarter" idx="3"/>
          </p:nvPr>
        </p:nvSpPr>
        <p:spPr>
          <a:xfrm>
            <a:off x="3124200" y="76200"/>
            <a:ext cx="3352800" cy="288925"/>
          </a:xfrm>
          <a:prstGeom prst="rect">
            <a:avLst/>
          </a:prstGeom>
        </p:spPr>
        <p:txBody>
          <a:bodyPr vert="horz"/>
          <a:lstStyle>
            <a:lvl1pPr algn="r" eaLnBrk="1" fontAlgn="auto" latinLnBrk="0" hangingPunct="1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accent1">
                    <a:shade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4"/>
          </p:nvPr>
        </p:nvSpPr>
        <p:spPr>
          <a:xfrm>
            <a:off x="8229600" y="6477000"/>
            <a:ext cx="762000" cy="244475"/>
          </a:xfrm>
          <a:prstGeom prst="rect">
            <a:avLst/>
          </a:prstGeom>
        </p:spPr>
        <p:txBody>
          <a:bodyPr vert="horz"/>
          <a:lstStyle>
            <a:lvl1pPr algn="r" eaLnBrk="1" fontAlgn="auto" latinLnBrk="0" hangingPunct="1">
              <a:spcBef>
                <a:spcPts val="0"/>
              </a:spcBef>
              <a:spcAft>
                <a:spcPts val="0"/>
              </a:spcAft>
              <a:defRPr kumimoji="0" sz="1200" smtClean="0">
                <a:solidFill>
                  <a:schemeClr val="accent1">
                    <a:shade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06ADCE1B-82A1-4583-83F1-70DA695089CD}" type="slidenum">
              <a:rPr lang="ru-RU"/>
              <a:pPr>
                <a:defRPr/>
              </a:pPr>
              <a:t>‹#›</a:t>
            </a:fld>
            <a:endParaRPr lang="ru-RU"/>
          </a:p>
        </p:txBody>
      </p:sp>
      <p:sp>
        <p:nvSpPr>
          <p:cNvPr id="10" name="Заголовок 9"/>
          <p:cNvSpPr>
            <a:spLocks noGrp="1"/>
          </p:cNvSpPr>
          <p:nvPr>
            <p:ph type="title"/>
          </p:nvPr>
        </p:nvSpPr>
        <p:spPr>
          <a:xfrm>
            <a:off x="304800" y="457200"/>
            <a:ext cx="8686800" cy="838200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9" name="Прямая соединительная линия 8"/>
          <p:cNvSpPr>
            <a:spLocks noChangeShapeType="1"/>
          </p:cNvSpPr>
          <p:nvPr/>
        </p:nvSpPr>
        <p:spPr bwMode="auto">
          <a:xfrm>
            <a:off x="514350" y="1050898"/>
            <a:ext cx="8629650" cy="2381"/>
          </a:xfrm>
          <a:prstGeom prst="line">
            <a:avLst/>
          </a:prstGeom>
          <a:noFill/>
          <a:ln w="9525" cap="flat" cmpd="sng" algn="ctr"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17000">
                  <a:schemeClr val="accent1"/>
                </a:gs>
                <a:gs pos="100000">
                  <a:schemeClr val="accent1"/>
                </a:gs>
              </a:gsLst>
              <a:lin ang="0" scaled="1"/>
              <a:tileRect/>
            </a:gra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  <a:cs typeface="+mn-cs"/>
            </a:endParaRPr>
          </a:p>
        </p:txBody>
      </p:sp>
      <p:sp>
        <p:nvSpPr>
          <p:cNvPr id="12" name="Прямая соединительная линия 11"/>
          <p:cNvSpPr>
            <a:spLocks noChangeShapeType="1"/>
          </p:cNvSpPr>
          <p:nvPr/>
        </p:nvSpPr>
        <p:spPr bwMode="auto">
          <a:xfrm>
            <a:off x="514350" y="1057986"/>
            <a:ext cx="8629650" cy="2381"/>
          </a:xfrm>
          <a:prstGeom prst="line">
            <a:avLst/>
          </a:prstGeom>
          <a:noFill/>
          <a:ln w="9525" cap="flat" cmpd="sng" algn="ctr"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17000">
                  <a:schemeClr val="accent1"/>
                </a:gs>
                <a:gs pos="100000">
                  <a:schemeClr val="accent1"/>
                </a:gs>
              </a:gsLst>
              <a:lin ang="0" scaled="1"/>
              <a:tileRect/>
            </a:gra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5" r:id="rId1"/>
    <p:sldLayoutId id="2147483696" r:id="rId2"/>
    <p:sldLayoutId id="2147483697" r:id="rId3"/>
    <p:sldLayoutId id="2147483692" r:id="rId4"/>
    <p:sldLayoutId id="2147483698" r:id="rId5"/>
    <p:sldLayoutId id="2147483693" r:id="rId6"/>
    <p:sldLayoutId id="2147483699" r:id="rId7"/>
    <p:sldLayoutId id="2147483700" r:id="rId8"/>
    <p:sldLayoutId id="2147483701" r:id="rId9"/>
    <p:sldLayoutId id="2147483694" r:id="rId10"/>
    <p:sldLayoutId id="2147483702" r:id="rId11"/>
  </p:sldLayoutIdLst>
  <p:txStyles>
    <p:titleStyle>
      <a:lvl1pPr algn="l" rtl="0" fontAlgn="base">
        <a:spcBef>
          <a:spcPct val="0"/>
        </a:spcBef>
        <a:spcAft>
          <a:spcPct val="0"/>
        </a:spcAft>
        <a:defRPr sz="3600" kern="1200" cap="all">
          <a:solidFill>
            <a:schemeClr val="tx2"/>
          </a:solidFill>
          <a:effectLst>
            <a:reflection blurRad="12700" stA="48000" endA="300" endPos="55000" dir="5400000" sy="-90000" algn="bl" rotWithShape="0"/>
          </a:effectLst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Franklin Gothic Medium" pitchFamily="34" charset="0"/>
        </a:defRPr>
      </a:lvl2pPr>
      <a:lvl3pPr algn="l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Franklin Gothic Medium" pitchFamily="34" charset="0"/>
        </a:defRPr>
      </a:lvl3pPr>
      <a:lvl4pPr algn="l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Franklin Gothic Medium" pitchFamily="34" charset="0"/>
        </a:defRPr>
      </a:lvl4pPr>
      <a:lvl5pPr algn="l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Franklin Gothic Medium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Franklin Gothic Medium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Franklin Gothic Medium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Franklin Gothic Medium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Franklin Gothic Medium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70000"/>
        <a:buFont typeface="Wingdings 2" pitchFamily="18" charset="2"/>
        <a:buChar char=""/>
        <a:defRPr sz="3200" kern="1200">
          <a:solidFill>
            <a:schemeClr val="tx2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lr>
          <a:schemeClr val="accent1"/>
        </a:buClr>
        <a:buSzPct val="70000"/>
        <a:buFont typeface="Wingdings 2" pitchFamily="18" charset="2"/>
        <a:buChar char=""/>
        <a:defRPr sz="2800" kern="1200">
          <a:solidFill>
            <a:schemeClr val="tx2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70000"/>
        <a:buFont typeface="Wingdings 2" pitchFamily="18" charset="2"/>
        <a:buChar char=""/>
        <a:defRPr sz="2400" kern="1200">
          <a:solidFill>
            <a:schemeClr val="tx2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70000"/>
        <a:buFont typeface="Wingdings 2" pitchFamily="18" charset="2"/>
        <a:buChar char=""/>
        <a:defRPr sz="2000" kern="1200">
          <a:solidFill>
            <a:schemeClr val="tx2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60000"/>
        <a:buFont typeface="Wingdings 2" pitchFamily="18" charset="2"/>
        <a:buChar char=""/>
        <a:defRPr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rtl="0" eaLnBrk="1" latinLnBrk="0" hangingPunct="1">
        <a:spcBef>
          <a:spcPct val="20000"/>
        </a:spcBef>
        <a:buClr>
          <a:schemeClr val="accent1"/>
        </a:buClr>
        <a:buSzPct val="60000"/>
        <a:buFont typeface="Wingdings 2"/>
        <a:buChar char=""/>
        <a:defRPr kumimoji="0" sz="1800" kern="1200">
          <a:solidFill>
            <a:schemeClr val="tx2"/>
          </a:solidFill>
          <a:latin typeface="+mn-lt"/>
          <a:ea typeface="+mn-ea"/>
          <a:cs typeface="+mn-cs"/>
        </a:defRPr>
      </a:lvl6pPr>
      <a:lvl7pPr marL="2971800" indent="-228600" algn="l" rtl="0" eaLnBrk="1" latinLnBrk="0" hangingPunct="1">
        <a:spcBef>
          <a:spcPct val="20000"/>
        </a:spcBef>
        <a:buClr>
          <a:schemeClr val="accent1"/>
        </a:buClr>
        <a:buSzPct val="60000"/>
        <a:buFont typeface="Wingdings 2"/>
        <a:buChar char=""/>
        <a:defRPr kumimoji="0" sz="1600" kern="1200">
          <a:solidFill>
            <a:schemeClr val="tx2"/>
          </a:solidFill>
          <a:latin typeface="+mn-lt"/>
          <a:ea typeface="+mn-ea"/>
          <a:cs typeface="+mn-cs"/>
        </a:defRPr>
      </a:lvl7pPr>
      <a:lvl8pPr marL="3429000" indent="-228600" algn="l" rtl="0" eaLnBrk="1" latinLnBrk="0" hangingPunct="1">
        <a:spcBef>
          <a:spcPct val="20000"/>
        </a:spcBef>
        <a:buClr>
          <a:schemeClr val="accent1"/>
        </a:buClr>
        <a:buSzPct val="60000"/>
        <a:buFont typeface="Wingdings 2"/>
        <a:buChar char=""/>
        <a:defRPr kumimoji="0" sz="1600" kern="1200" baseline="0">
          <a:solidFill>
            <a:schemeClr val="tx2"/>
          </a:solidFill>
          <a:latin typeface="+mn-lt"/>
          <a:ea typeface="+mn-ea"/>
          <a:cs typeface="+mn-cs"/>
        </a:defRPr>
      </a:lvl8pPr>
      <a:lvl9pPr marL="3886200" indent="-228600" algn="l" rtl="0" eaLnBrk="1" latinLnBrk="0" hangingPunct="1">
        <a:spcBef>
          <a:spcPct val="20000"/>
        </a:spcBef>
        <a:buClr>
          <a:schemeClr val="accent1"/>
        </a:buClr>
        <a:buSzPct val="60000"/>
        <a:buFont typeface="Wingdings 2"/>
        <a:buChar char=""/>
        <a:defRPr kumimoji="0"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jpeg"/><Relationship Id="rId5" Type="http://schemas.openxmlformats.org/officeDocument/2006/relationships/image" Target="../media/image8.jpeg"/><Relationship Id="rId4" Type="http://schemas.openxmlformats.org/officeDocument/2006/relationships/image" Target="../media/image7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6.gif"/><Relationship Id="rId4" Type="http://schemas.openxmlformats.org/officeDocument/2006/relationships/image" Target="../media/image15.gi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jpe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6.jpeg"/><Relationship Id="rId5" Type="http://schemas.openxmlformats.org/officeDocument/2006/relationships/image" Target="../media/image25.png"/><Relationship Id="rId4" Type="http://schemas.openxmlformats.org/officeDocument/2006/relationships/image" Target="../media/image24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gif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Рисунок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827584" y="1814802"/>
            <a:ext cx="7702624" cy="1611610"/>
          </a:xfrm>
        </p:spPr>
        <p:txBody>
          <a:bodyPr/>
          <a:lstStyle/>
          <a:p>
            <a:pPr algn="ctr" fontAlgn="auto">
              <a:spcAft>
                <a:spcPts val="0"/>
              </a:spcAft>
              <a:defRPr/>
            </a:pPr>
            <a:r>
              <a:rPr lang="ru-RU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Трансокеанский подводный кабель связи </a:t>
            </a:r>
            <a:endParaRPr lang="ru-RU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6" name="Объект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>
          <a:xfrm>
            <a:off x="0" y="0"/>
            <a:ext cx="9153525" cy="6858000"/>
          </a:xfrm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55576" y="476672"/>
            <a:ext cx="7848872" cy="792088"/>
          </a:xfrm>
        </p:spPr>
        <p:txBody>
          <a:bodyPr>
            <a:normAutofit fontScale="90000"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ru-RU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Ист</a:t>
            </a:r>
            <a:r>
              <a:rPr lang="ru-RU" dirty="0">
                <a:solidFill>
                  <a:schemeClr val="tx1">
                    <a:lumMod val="95000"/>
                    <a:lumOff val="5000"/>
                  </a:schemeClr>
                </a:solidFill>
              </a:rPr>
              <a:t>о</a:t>
            </a:r>
            <a:r>
              <a:rPr lang="ru-RU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рия создания подводной связи </a:t>
            </a:r>
            <a:br>
              <a:rPr lang="ru-RU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</a:br>
            <a:endParaRPr lang="ru-RU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Рисунок 1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-28575" y="-1905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" name="Рисунок 1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0" y="-1905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Рисунок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985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Рисунок 6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12700" y="0"/>
            <a:ext cx="9144000" cy="6985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4" name="Picture 2" descr="C:\Users\vovatim\Pictures\Подводный интернет\1200px-Transatlantikkabelverlegung.jpg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985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3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9" presetID="2" presetClass="entr" presetSubtype="1" fill="hold" nodeType="afterEffect">
                                  <p:stCondLst>
                                    <p:cond delay="9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3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3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15000"/>
                            </p:stCondLst>
                            <p:childTnLst>
                              <p:par>
                                <p:cTn id="14" presetID="2" presetClass="entr" presetSubtype="4" fill="hold" nodeType="afterEffect">
                                  <p:stCondLst>
                                    <p:cond delay="70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3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3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25000"/>
                            </p:stCondLst>
                            <p:childTnLst>
                              <p:par>
                                <p:cTn id="19" presetID="42" presetClass="entr" presetSubtype="0" fill="hold" nodeType="afterEffect">
                                  <p:stCondLst>
                                    <p:cond delay="70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3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3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 nodeType="afterGroup">
                            <p:stCondLst>
                              <p:cond delay="35000"/>
                            </p:stCondLst>
                            <p:childTnLst>
                              <p:par>
                                <p:cTn id="25" presetID="16" presetClass="entr" presetSubtype="21" fill="hold" nodeType="afterEffect">
                                  <p:stCondLst>
                                    <p:cond delay="7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3000"/>
                                        <p:tgtEl>
                                          <p:spTgt spid="30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0" y="571481"/>
            <a:ext cx="9144000" cy="50720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afterEffect">
                                  <p:stCondLst>
                                    <p:cond delay="7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3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381000" y="4852988"/>
            <a:ext cx="8458200" cy="1222375"/>
          </a:xfrm>
        </p:spPr>
        <p:txBody>
          <a:bodyPr/>
          <a:lstStyle/>
          <a:p>
            <a:pPr fontAlgn="auto">
              <a:spcAft>
                <a:spcPts val="0"/>
              </a:spcAft>
              <a:defRPr/>
            </a:pP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pPr fontAlgn="auto">
              <a:spcAft>
                <a:spcPts val="0"/>
              </a:spcAft>
              <a:buFont typeface="Wingdings 2"/>
              <a:buNone/>
              <a:defRPr/>
            </a:pPr>
            <a:endParaRPr lang="ru-RU"/>
          </a:p>
        </p:txBody>
      </p:sp>
      <p:pic>
        <p:nvPicPr>
          <p:cNvPr id="13316" name="Рисунок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38" name="Рисунок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250825" y="404813"/>
            <a:ext cx="3995738" cy="3168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339" name="Picture 2" descr="C:\Users\vovatim\Pictures\Подводный интернет\toliary-landing-91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4572000" y="3573463"/>
            <a:ext cx="4251325" cy="308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340" name="Рисунок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4430713" y="539750"/>
            <a:ext cx="4392612" cy="3033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341" name="Рисунок 9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250825" y="3573463"/>
            <a:ext cx="4197350" cy="287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62" name="Рисунок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0" y="512763"/>
            <a:ext cx="3552825" cy="2663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363" name="Рисунок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250825" y="3559175"/>
            <a:ext cx="4645025" cy="3092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364" name="Рисунок 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3719513" y="287338"/>
            <a:ext cx="5400675" cy="1397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365" name="Рисунок 5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3719513" y="1844675"/>
            <a:ext cx="5399087" cy="160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366" name="Рисунок 6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5219700" y="3736975"/>
            <a:ext cx="3673475" cy="2736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86" name="Picture 7" descr="C:\Users\vovatim\Pictures\Подводный интернет\48b13eb544cf4333852371c97d41162e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222250" y="3548063"/>
            <a:ext cx="4062413" cy="30908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387" name="Picture 3" descr="C:\Users\vovatim\Pictures\Подводный интернет\27c6e0c36ea14ec1a3e55a62eee4160f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4787900" y="260350"/>
            <a:ext cx="4135438" cy="2895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388" name="Рисунок 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2328863" y="1557338"/>
            <a:ext cx="2857500" cy="2182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389" name="Picture 2" descr="C:\Users\vovatim\Pictures\Подводный интернет\5a813e264d55427d896bbb59de306742.png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250825" y="260350"/>
            <a:ext cx="2708275" cy="2016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390" name="Picture 8" descr="C:\Users\vovatim\Pictures\Подводный интернет\c5803aaf18ba4ada92e65f5112c0c09d.jpg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4638675" y="3424238"/>
            <a:ext cx="4284663" cy="32146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10" name="Рисунок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-107950" y="0"/>
            <a:ext cx="93599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34" name="Рисунок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Трек">
  <a:themeElements>
    <a:clrScheme name="Трек">
      <a:dk1>
        <a:sysClr val="windowText" lastClr="000000"/>
      </a:dk1>
      <a:lt1>
        <a:sysClr val="window" lastClr="FFFFFF"/>
      </a:lt1>
      <a:dk2>
        <a:srgbClr val="4E3B30"/>
      </a:dk2>
      <a:lt2>
        <a:srgbClr val="FBEEC9"/>
      </a:lt2>
      <a:accent1>
        <a:srgbClr val="F0A22E"/>
      </a:accent1>
      <a:accent2>
        <a:srgbClr val="A5644E"/>
      </a:accent2>
      <a:accent3>
        <a:srgbClr val="B58B80"/>
      </a:accent3>
      <a:accent4>
        <a:srgbClr val="C3986D"/>
      </a:accent4>
      <a:accent5>
        <a:srgbClr val="A19574"/>
      </a:accent5>
      <a:accent6>
        <a:srgbClr val="C17529"/>
      </a:accent6>
      <a:hlink>
        <a:srgbClr val="AD1F1F"/>
      </a:hlink>
      <a:folHlink>
        <a:srgbClr val="FFC42F"/>
      </a:folHlink>
    </a:clrScheme>
    <a:fontScheme name="Трек">
      <a:majorFont>
        <a:latin typeface="Franklin Gothic Medium"/>
        <a:ea typeface=""/>
        <a:cs typeface=""/>
        <a:font script="Jpan" typeface="HG創英角ｺﾞｼｯｸUB"/>
        <a:font script="Hang" typeface="돋움"/>
        <a:font script="Hans" typeface="隶书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Franklin Gothic Book"/>
        <a:ea typeface=""/>
        <a:cs typeface=""/>
        <a:font script="Jpan" typeface="HGｺﾞｼｯｸE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Трек">
      <a:fillStyleLst>
        <a:solidFill>
          <a:schemeClr val="phClr"/>
        </a:solidFill>
        <a:gradFill rotWithShape="1">
          <a:gsLst>
            <a:gs pos="0">
              <a:schemeClr val="phClr">
                <a:tint val="30000"/>
                <a:satMod val="250000"/>
              </a:schemeClr>
            </a:gs>
            <a:gs pos="72000">
              <a:schemeClr val="phClr">
                <a:tint val="75000"/>
                <a:satMod val="210000"/>
              </a:schemeClr>
            </a:gs>
            <a:gs pos="100000">
              <a:schemeClr val="phClr">
                <a:tint val="85000"/>
                <a:satMod val="210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75000"/>
                <a:shade val="85000"/>
                <a:satMod val="230000"/>
              </a:schemeClr>
            </a:gs>
            <a:gs pos="25000">
              <a:schemeClr val="phClr">
                <a:tint val="90000"/>
                <a:shade val="70000"/>
                <a:satMod val="220000"/>
              </a:schemeClr>
            </a:gs>
            <a:gs pos="50000">
              <a:schemeClr val="phClr">
                <a:tint val="90000"/>
                <a:shade val="58000"/>
                <a:satMod val="225000"/>
              </a:schemeClr>
            </a:gs>
            <a:gs pos="65000">
              <a:schemeClr val="phClr">
                <a:tint val="90000"/>
                <a:shade val="58000"/>
                <a:satMod val="225000"/>
              </a:schemeClr>
            </a:gs>
            <a:gs pos="80000">
              <a:schemeClr val="phClr">
                <a:tint val="90000"/>
                <a:shade val="69000"/>
                <a:satMod val="220000"/>
              </a:schemeClr>
            </a:gs>
            <a:gs pos="100000">
              <a:schemeClr val="phClr">
                <a:tint val="77000"/>
                <a:shade val="80000"/>
                <a:satMod val="230000"/>
              </a:schemeClr>
            </a:gs>
          </a:gsLst>
          <a:lin ang="5400000" scaled="1"/>
        </a:gradFill>
      </a:fillStyleLst>
      <a:lnStyleLst>
        <a:ln w="100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76200" dist="50800" dir="5400000" rotWithShape="0">
              <a:srgbClr val="4E3B30">
                <a:alpha val="60000"/>
              </a:srgbClr>
            </a:outerShdw>
          </a:effectLst>
        </a:effectStyle>
        <a:effectStyle>
          <a:effectLst>
            <a:outerShdw blurRad="76200" dist="50800" dir="5400000" rotWithShape="0">
              <a:srgbClr val="4E3B3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0"/>
            </a:lightRig>
          </a:scene3d>
          <a:sp3d prstMaterial="metal">
            <a:bevelT w="10000" h="10000"/>
          </a:sp3d>
        </a:effectStyle>
        <a:effectStyle>
          <a:effectLst>
            <a:outerShdw blurRad="76200" dist="50800" dir="5400000" rotWithShape="0">
              <a:srgbClr val="4E3B30">
                <a:alpha val="60000"/>
              </a:srgbClr>
            </a:outerShdw>
          </a:effectLst>
          <a:scene3d>
            <a:camera prst="obliqueTopLeft" fov="600000">
              <a:rot lat="0" lon="0" rev="0"/>
            </a:camera>
            <a:lightRig rig="balanced" dir="t">
              <a:rot lat="0" lon="0" rev="19200000"/>
            </a:lightRig>
          </a:scene3d>
          <a:sp3d contourW="12700" prstMaterial="matte">
            <a:bevelT w="60000" h="50800"/>
            <a:contourClr>
              <a:schemeClr val="phClr">
                <a:shade val="60000"/>
                <a:satMod val="110000"/>
              </a:schemeClr>
            </a:contourClr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90000"/>
                <a:satMod val="150000"/>
              </a:schemeClr>
              <a:schemeClr val="phClr">
                <a:tint val="88000"/>
                <a:satMod val="105000"/>
              </a:schemeClr>
            </a:duotone>
          </a:blip>
          <a:tile tx="0" ty="0" sx="95000" sy="95000" flip="none" algn="t"/>
        </a:blipFill>
        <a:blipFill>
          <a:blip xmlns:r="http://schemas.openxmlformats.org/officeDocument/2006/relationships" r:embed="rId2">
            <a:duotone>
              <a:schemeClr val="phClr">
                <a:shade val="30000"/>
                <a:satMod val="455000"/>
              </a:schemeClr>
              <a:schemeClr val="phClr">
                <a:tint val="95000"/>
                <a:satMod val="120000"/>
              </a:schemeClr>
            </a:duotone>
          </a:blip>
          <a:stretch>
            <a:fillRect/>
          </a:stretch>
        </a:blip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Трек">
    <a:dk1>
      <a:sysClr val="windowText" lastClr="000000"/>
    </a:dk1>
    <a:lt1>
      <a:sysClr val="window" lastClr="FFFFFF"/>
    </a:lt1>
    <a:dk2>
      <a:srgbClr val="4E3B30"/>
    </a:dk2>
    <a:lt2>
      <a:srgbClr val="FBEEC9"/>
    </a:lt2>
    <a:accent1>
      <a:srgbClr val="F0A22E"/>
    </a:accent1>
    <a:accent2>
      <a:srgbClr val="A5644E"/>
    </a:accent2>
    <a:accent3>
      <a:srgbClr val="B58B80"/>
    </a:accent3>
    <a:accent4>
      <a:srgbClr val="C3986D"/>
    </a:accent4>
    <a:accent5>
      <a:srgbClr val="A19574"/>
    </a:accent5>
    <a:accent6>
      <a:srgbClr val="C17529"/>
    </a:accent6>
    <a:hlink>
      <a:srgbClr val="AD1F1F"/>
    </a:hlink>
    <a:folHlink>
      <a:srgbClr val="FFC42F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>Trek</Template>
  <TotalTime>427</TotalTime>
  <Words>8</Words>
  <Application>Microsoft Office PowerPoint</Application>
  <PresentationFormat>Экран (4:3)</PresentationFormat>
  <Paragraphs>2</Paragraphs>
  <Slides>10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1" baseType="lpstr">
      <vt:lpstr>Трек</vt:lpstr>
      <vt:lpstr>Трансокеанский подводный кабель связи </vt:lpstr>
      <vt:lpstr>История создания подводной связи  </vt:lpstr>
      <vt:lpstr>Слайд 3</vt:lpstr>
      <vt:lpstr>Слайд 4</vt:lpstr>
      <vt:lpstr>Слайд 5</vt:lpstr>
      <vt:lpstr>Слайд 6</vt:lpstr>
      <vt:lpstr>Слайд 7</vt:lpstr>
      <vt:lpstr>Слайд 8</vt:lpstr>
      <vt:lpstr>Слайд 9</vt:lpstr>
      <vt:lpstr>Слайд 10</vt:lpstr>
    </vt:vector>
  </TitlesOfParts>
  <Company>SPecialiST RePack, SanBuild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Трансокеанский подводный кабель связи</dc:title>
  <dc:creator>vovatim</dc:creator>
  <cp:lastModifiedBy>Artem Antonov</cp:lastModifiedBy>
  <cp:revision>22</cp:revision>
  <dcterms:created xsi:type="dcterms:W3CDTF">2017-03-08T20:37:00Z</dcterms:created>
  <dcterms:modified xsi:type="dcterms:W3CDTF">2023-02-21T10:44:04Z</dcterms:modified>
</cp:coreProperties>
</file>