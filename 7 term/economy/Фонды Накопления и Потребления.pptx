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273" y="498764"/>
            <a:ext cx="4804756" cy="480475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6234545" y="1248987"/>
            <a:ext cx="5985115" cy="980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Введение: роль фондов специального назначения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234545" y="2327564"/>
            <a:ext cx="5818909" cy="2676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Управление прибылью представляет собой фундаментальную задачу финансового менеджмента, определяющую долгосрочную устойчивость и конкурентоспособность коммерческого субъекта. В условиях рыночной экономики успех предприятия зависит не только от способности генерировать высокую выручку, но и от эффективности распределения заработанных средств. Именно для этих целей на предприятии формируются Фонды специального назначения (ФСН), представляющие собой целевые резервы, образуемые из части прибыли.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" name="Google Shape;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6" name="Google Shape;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523702"/>
            <a:ext cx="4680065" cy="605166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5818909" y="1082733"/>
            <a:ext cx="5985115" cy="980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Фонд накопления: драйвер долгосрочного роста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5818909" y="2078182"/>
            <a:ext cx="5818909" cy="93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Фонд накопления представляет собой ту часть чистого дохода, которая целенаправленно используется для прироста капитала предприятия.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818909" y="3740727"/>
            <a:ext cx="5818909" cy="1679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Его средства направляются на увеличение как производственных, так и непроизводственных основных фондов, а также на рост оборотных средств и создание резервов. Стратегическая роль ФН неоценима: он является источником и непременным условием расширенного воспроизводства.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6" name="Google Shape;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764" y="415636"/>
            <a:ext cx="3308465" cy="605166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/>
          <p:nvPr/>
        </p:nvSpPr>
        <p:spPr>
          <a:xfrm>
            <a:off x="4696691" y="1082733"/>
            <a:ext cx="5985115" cy="980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Фонд потребления: мотивация и социальное обеспечение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4696691" y="2078182"/>
            <a:ext cx="5818909" cy="1679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Фонд потребления представляет собой ту часть чистой прибыли предприятия, которая используется для удовлетворения как производственных, так и внепроизводственных потребностей, связанных в первую очередь с персоналом и социальной сферой. Социальная роль ФП является критически важной.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4696691" y="3757353"/>
            <a:ext cx="5818909" cy="1429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Его использование напрямую влияет на лояльность, мотивацию и благосостояние трудового коллектива. Эффективное управление фондом потребления способствует повышению производительности труда и конкурентоспособности предприятия на рынке.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/>
          <p:nvPr/>
        </p:nvSpPr>
        <p:spPr>
          <a:xfrm>
            <a:off x="415636" y="833351"/>
            <a:ext cx="10141579" cy="58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Сравнительный анализ и проблема оптимизации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15636" y="2078182"/>
            <a:ext cx="3325091" cy="1429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Фонд накопления и Фонд потребления находятся в постоянной конкуренции за ограниченный ресурс — чистую прибыль.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4572000" y="2078182"/>
            <a:ext cx="3325091" cy="2676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Эта конкуренция представляет собой диалектическое противоречие между двумя стратегическими императивами: необходимостью инвестирования в будущий рост и капитальную базу (ФН) и необходимостью обеспечения текущего благосостояния и мотивации персонала (ФП).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8728364" y="2078182"/>
            <a:ext cx="3325091" cy="1429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Управленческий императив заключается в поиске и поддержании оптимального сочетания Фонда потребления и Фонда накопления.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7"/>
          <p:cNvSpPr/>
          <p:nvPr/>
        </p:nvSpPr>
        <p:spPr>
          <a:xfrm>
            <a:off x="831273" y="1082733"/>
            <a:ext cx="7647700" cy="9809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lang="en-US" sz="2200">
                <a:latin typeface="Calibri"/>
                <a:ea typeface="Calibri"/>
                <a:cs typeface="Calibri"/>
                <a:sym typeface="Calibri"/>
              </a:rPr>
              <a:t>С</a:t>
            </a: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равнительное стратегическое значение фондов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638" y="2063700"/>
            <a:ext cx="9996724" cy="40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/>
          <p:nvPr/>
        </p:nvSpPr>
        <p:spPr>
          <a:xfrm>
            <a:off x="1246909" y="417715"/>
            <a:ext cx="10141579" cy="58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Заключение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1246909" y="1662545"/>
            <a:ext cx="9144000" cy="681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Ключом к устойчивому развитию предприятия в долгосрочной перспективе является нахождение и поддержание динамически оптимального сочетания ФН и ФП.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246909" y="4156364"/>
            <a:ext cx="4156364" cy="11804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Только такое равновесие гарантирует одновременный рост производственных мощностей и улучшение социального благополучия коллектива.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7065818" y="4156364"/>
            <a:ext cx="4156364" cy="192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Компетентность финансового менеджмента заключается именно в способности стратегически верно определить это соотношение, обеспечивая предприятию устойчивость на всех уровнях — технологическом, экономическом и социальном.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3" name="Google Shape;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9"/>
          <p:cNvSpPr/>
          <p:nvPr/>
        </p:nvSpPr>
        <p:spPr>
          <a:xfrm>
            <a:off x="1246909" y="2080260"/>
            <a:ext cx="10141579" cy="7813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246909" y="3325091"/>
            <a:ext cx="9975273" cy="93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внимание. В этой презентации мы рассмотрели роль и механизмы формирования фондов специального назначения, а также направления их расходования. Мы проанализировали сравнительное стратегическое значение фондов и обозначили проблему оптимизации их использования.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