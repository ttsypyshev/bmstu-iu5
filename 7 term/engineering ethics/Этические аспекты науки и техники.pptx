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13f5daa0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a13f5daa0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a13f5daa0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8200" y="-1030300"/>
            <a:ext cx="12288399" cy="819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7218" y="498764"/>
            <a:ext cx="4804756" cy="480475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831273" y="1248987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Исторический контекст инженерной этики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31273" y="2327564"/>
            <a:ext cx="5818909" cy="2427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Исторически инженерная этика была сосредоточена на предотвращении прямого физического ущерба, связанного с отказом конструкций (мостов, зданий) или загрязнением окружающей среды. Эта традиционная область фокусировалась на этике объекта — его безопасности, надёжности и соответствии внешним нормам. Однако развитие систем искусственного интеллекта, машинного обучения и высокой степени автономии переносит фокус профессиональной ответственности.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1454727" y="750224"/>
            <a:ext cx="10141579" cy="58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Философский фундамент автономии систем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454727" y="1121782"/>
            <a:ext cx="9975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Центральный вопрос в оценке современных систем заключается в их автономности.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454725" y="1881888"/>
            <a:ext cx="5114100" cy="39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того чтобы обеспечить этическую оценку систем, способных принимать решения независимо от прямого человеческого контроля, необходимо обратиться к философским основам автономии. В философии, автономная этика, разработанная Кантом, утверждает независимость нравственных принципов и требований от каких-либо внешних по отношению к нравственности условий, интересов или целей (так называемой гетерономии).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0850" y="1554075"/>
            <a:ext cx="3325775" cy="498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64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4696691" y="1082733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Этика алгоритмов и вызов справедливости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696691" y="2078182"/>
            <a:ext cx="5818909" cy="681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Наиболее острым проявлением современного этического провала является алгоритмическая предвзятость (Bias).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696691" y="3740727"/>
            <a:ext cx="5818909" cy="192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Поскольку системы машинного обучения обучаются на исторических данных, они неизбежно наследуют и масштабируют социальные предрассудки, присутствующие в этих данных. Кейс-стади из области правосудия служит ярким примером. Использование инструмента оценки рисков COMPAS в уголовном судопроизводстве в США показало расовую предвзятость в прогнозировании рецидивизма.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1" name="Google Shape;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/>
          <p:nvPr/>
        </p:nvSpPr>
        <p:spPr>
          <a:xfrm>
            <a:off x="1454727" y="750224"/>
            <a:ext cx="10141579" cy="58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Кризис ответственности и непрозрачность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1454715" y="5464532"/>
            <a:ext cx="99753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Проблема ответственности автономных систем дополнительно осложняется их внутренней нестабильностью, что ставит под сомнение их этическую и правовую легитимность. Один из ключевых технических факторов недоверия — непоследовательность.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063" y="1332124"/>
            <a:ext cx="7769874" cy="43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498764"/>
            <a:ext cx="46800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/>
          <p:nvPr/>
        </p:nvSpPr>
        <p:spPr>
          <a:xfrm>
            <a:off x="831273" y="1082733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Этический инженер и новые профессиональные обязанности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831273" y="2078182"/>
            <a:ext cx="5818909" cy="192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Профессиональный долг современного инженера должен быть расширен от простого разработчика функционала до «дизайнера справедливости». Этика должна быть встроена в цикл разработки, а не добавляться постфактум — принцип, известный как Ethics by Design (EbD). EbD требует внедрения механизмов проверки предвзятости, прозрачности и подотчётности на самых ранних этапах проектирования.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831273" y="4006735"/>
            <a:ext cx="5818909" cy="93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обязывает инженера задаваться вопросом о социальных последствиях своего кода, даже если он технически работает безупречно.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/>
          <p:nvPr/>
        </p:nvSpPr>
        <p:spPr>
          <a:xfrm>
            <a:off x="1246909" y="2080260"/>
            <a:ext cx="10141579" cy="781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1246909" y="3325091"/>
            <a:ext cx="9975273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внимание. В этой презентации мы рассмотрели основные аспекты инженерной этики, включая исторический контекст, философские основы автономии систем и этику алгоритмов. Мы также обсудили кризис ответственности и новые профессиональные обязанности инженеров в условиях непрозрачности технологий. Надеемся, что представленный материал будет полезен для дальнейшего изучения этических вопросов в инженерии.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